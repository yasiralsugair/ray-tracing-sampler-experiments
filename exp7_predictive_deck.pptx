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Per-star posterior predictive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8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plug-in vs the full RTS marginal, exp7 Gaia (Student-t chain)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 | x, D)  ≈  (1/50) Σ_m t(y; μ_m(x), s_m(x), ν_m)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Yasir Alsugair · August 12,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star through 50 posterior draws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dot: one draw's (μ, σ) for the same star. The cloud is the posterior's disagreement about that star.</a:t>
            </a:r>
            <a:endParaRPr lang="en-US" sz="1500" dirty="0"/>
          </a:p>
        </p:txBody>
      </p:sp>
      <p:pic>
        <p:nvPicPr>
          <p:cNvPr id="4" name="Image 0" descr="/Users/yasiralsugair/UofT/empirical/plots/exp7_predictive/exp7_one_star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34838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1206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μ-cloud spread 0.0034, an eighth of the noise scale: most stars are pinned down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 of test stars are epistemic-dominated: cloud larger than the noise scale (right panel: 6×)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colorbar spread 5.37 to 5.61 = uncertainty about the single global ν, not star-to-star variation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Marginalize = average the curves, not the parameters</a:t>
            </a:r>
            <a:endParaRPr lang="en-US" sz="2800" dirty="0"/>
          </a:p>
        </p:txBody>
      </p:sp>
      <p:pic>
        <p:nvPicPr>
          <p:cNvPr id="3" name="Image 0" descr="/Users/yasiralsugair/UofT/empirical/plots/exp7_predictive/marginalization_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949440" cy="3438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1280160"/>
            <a:ext cx="3931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y: ask all draws for their density, take the plain mean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weights are already correct: the chain visits plausible networks in proportion to their posterior probability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mixture keeps every draw's opinion; a curve at the averaged parameters puts confident mass where no draw believes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variance = mean within-curve variance + variance of the centers; MAP deletes the second term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4754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draws for the largest-disagreement star (3717).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plug-in vs the marginal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landscape, two questions: MAP keeps the peak's single curve; the marginal averages all 50.</a:t>
            </a:r>
            <a:endParaRPr lang="en-US" sz="1500" dirty="0"/>
          </a:p>
        </p:txBody>
      </p:sp>
      <p:pic>
        <p:nvPicPr>
          <p:cNvPr id="4" name="Image 0" descr="/Users/yasiralsugair/UofT/empirical/plots/exp7_predictive/exp7_map_vs_mar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34838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1206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NLL (25,232 stars): MAP −1.733,  Gaussian marginal −1.941,  Student-t marginal −1.973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marginalizing buys +0.21 nats/star, 7× the Student-t upgrade (+0.03)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wrinkle: on the disagreement star the marginal loses pointwise (+3.3 vs +1.3); it wins on average, which is what honest width means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9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nats per star from marginalizing,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 the Student-t upgrade (+0.03)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97680" y="1280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297680" y="2103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test stars are epistemic-dominated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 &gt; noise scale)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1280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 = 5.48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046720" y="2103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[5.43, 5.53], learned not tuned;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check implied 5.1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triple (μ, σ, ν) is a per-star bottleneck: the 11,395-dim posterior collapses to 3 numbers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is a point estimate: no cloud, so no epistemic term; and its σ head is miscalibrated (SD(z) 1.18, 209 tails)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stored MAP was fit to the Gaussian target, so the clean pair is MAP vs Gaussian marginal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the epistemic-dominated 1% as an uncertainty-aware OOD flag, compare with the imposter panels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experiments/exp7_predictive_figures.py · packs: exp7t_pack_final, exp7h_pack3, exp7_map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2026-08-11T09:58:10Z</dcterms:created>
  <dcterms:modified xsi:type="dcterms:W3CDTF">2026-08-11T09:58:10Z</dcterms:modified>
</cp:coreProperties>
</file>